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dirty="0"/>
              <a:t>Click icon to add picture</a:t>
            </a:r>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dirty="0"/>
              <a:t>Click icon to add picture</a:t>
            </a:r>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779520" y="4141999"/>
            <a:ext cx="7193279" cy="861497"/>
          </a:xfrm>
        </p:spPr>
        <p:txBody>
          <a:bodyPr>
            <a:normAutofit/>
          </a:bodyPr>
          <a:lstStyle/>
          <a:p>
            <a:pPr algn="r"/>
            <a:r>
              <a:rPr lang="en-US" b="0" dirty="0">
                <a:solidFill>
                  <a:schemeClr val="tx1"/>
                </a:solidFill>
              </a:rPr>
              <a:t>Khushi Bhardwaj</a:t>
            </a:r>
          </a:p>
          <a:p>
            <a:pPr algn="r"/>
            <a:r>
              <a:rPr lang="en-GB" dirty="0"/>
              <a:t>INTERNSHIP_17546440516895be537820f</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48765" y="182881"/>
            <a:ext cx="10884871" cy="743448"/>
          </a:xfrm>
        </p:spPr>
        <p:txBody>
          <a:bodyPr>
            <a:normAutofit/>
          </a:bodyPr>
          <a:lstStyle/>
          <a:p>
            <a:r>
              <a:rPr lang="en-GB" sz="2000" dirty="0"/>
              <a:t>Project Title –:Analysing Airbnb Listing Prices and </a:t>
            </a:r>
            <a:r>
              <a:rPr lang="en-GB" sz="2000" dirty="0" err="1"/>
              <a:t>accomodations</a:t>
            </a:r>
            <a:endParaRPr lang="en-IN" sz="20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0" y="1875556"/>
            <a:ext cx="9560560" cy="3607987"/>
          </a:xfrm>
        </p:spPr>
        <p:txBody>
          <a:bodyPr>
            <a:noAutofit/>
          </a:bodyPr>
          <a:lstStyle/>
          <a:p>
            <a:pPr>
              <a:lnSpc>
                <a:spcPct val="150000"/>
              </a:lnSpc>
            </a:pPr>
            <a:r>
              <a:rPr lang="en-GB" dirty="0"/>
              <a:t>Pricing an Airbnb listing effectively is essential for hosts to maximize revenue and maintain high occupancy rates, while also ensuring competitive pricing for </a:t>
            </a:r>
            <a:r>
              <a:rPr lang="en-GB" dirty="0" err="1"/>
              <a:t>travelers</a:t>
            </a:r>
            <a:r>
              <a:rPr lang="en-GB" dirty="0"/>
              <a:t>. However, determining the optimal price is complex due to numerous influencing factors such as location, amenities, guest ratings, and seasonal trends. This project aims to develop a machine learning regression model that </a:t>
            </a:r>
            <a:r>
              <a:rPr lang="en-GB" dirty="0" err="1"/>
              <a:t>analyzes</a:t>
            </a:r>
            <a:r>
              <a:rPr lang="en-GB" dirty="0"/>
              <a:t> historical Airbnb data to identify patterns and relationships between listing attributes and price. By accurately predicting listing prices, the model can assist property owners in setting informed and competitive pricing for new or existing listings.</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560560" y="284955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9855201" cy="3512787"/>
          </a:xfrm>
        </p:spPr>
        <p:txBody>
          <a:bodyPr>
            <a:noAutofit/>
          </a:bodyPr>
          <a:lstStyle/>
          <a:p>
            <a:r>
              <a:rPr lang="en-GB" dirty="0"/>
              <a:t>Project Description</a:t>
            </a:r>
            <a:br>
              <a:rPr lang="en-GB" dirty="0"/>
            </a:br>
            <a:br>
              <a:rPr lang="en-GB" sz="2000" dirty="0"/>
            </a:br>
            <a:r>
              <a:rPr lang="en-GB" sz="2000" dirty="0"/>
              <a:t>the project focuses on building a machine learning model to predict the price of Airbnb listings. Pricing an Airbnb property correctly is crucial for hosts and travellers :hosts want to maximise earnings and occupancy.</a:t>
            </a:r>
            <a:br>
              <a:rPr lang="en-GB" sz="2000" dirty="0"/>
            </a:br>
            <a:br>
              <a:rPr lang="en-GB" sz="2000" dirty="0"/>
            </a:br>
            <a:r>
              <a:rPr lang="en-GB" sz="2000" dirty="0"/>
              <a:t>Using historical Airbnb data, the project develops a regression model that Airbnb between listing attributes(such as number of hosts want guest ratings) and the price charged.</a:t>
            </a:r>
            <a:br>
              <a:rPr lang="en-GB" sz="2000" dirty="0"/>
            </a:br>
            <a:br>
              <a:rPr lang="en-GB" sz="2000" dirty="0"/>
            </a:br>
            <a:r>
              <a:rPr lang="en-GB" sz="2000" dirty="0"/>
              <a:t>The model can then be used to predict prices for new are hypothetical listings, helping property owners make informed pricing decisions.</a:t>
            </a:r>
            <a:br>
              <a:rPr lang="en-GB" sz="200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0000" lnSpcReduction="20000"/>
          </a:bodyPr>
          <a:lstStyle/>
          <a:p>
            <a:pPr algn="just">
              <a:lnSpc>
                <a:spcPct val="150000"/>
              </a:lnSpc>
            </a:pPr>
            <a:r>
              <a:rPr lang="en-IN" sz="3600" b="1" dirty="0"/>
              <a:t>Airbnb hosts</a:t>
            </a:r>
          </a:p>
          <a:p>
            <a:pPr algn="just">
              <a:lnSpc>
                <a:spcPct val="150000"/>
              </a:lnSpc>
            </a:pPr>
            <a:r>
              <a:rPr lang="en-IN" sz="3600" dirty="0"/>
              <a:t>To optimise pricing of their listings based on property features  and guest reviews.</a:t>
            </a:r>
          </a:p>
          <a:p>
            <a:pPr algn="just">
              <a:lnSpc>
                <a:spcPct val="150000"/>
              </a:lnSpc>
            </a:pPr>
            <a:r>
              <a:rPr lang="en-IN" sz="3600" b="1" dirty="0"/>
              <a:t>Travelers</a:t>
            </a:r>
          </a:p>
          <a:p>
            <a:pPr algn="just">
              <a:lnSpc>
                <a:spcPct val="150000"/>
              </a:lnSpc>
            </a:pPr>
            <a:r>
              <a:rPr lang="en-IN" sz="3600" dirty="0"/>
              <a:t>To evaluate whether a listing is overpriced or reasonably priced</a:t>
            </a:r>
          </a:p>
          <a:p>
            <a:pPr algn="just">
              <a:lnSpc>
                <a:spcPct val="150000"/>
              </a:lnSpc>
            </a:pPr>
            <a:r>
              <a:rPr lang="en-IN" sz="3600" b="1" dirty="0"/>
              <a:t>Airbnb platform analysts</a:t>
            </a:r>
          </a:p>
          <a:p>
            <a:pPr algn="just">
              <a:lnSpc>
                <a:spcPct val="150000"/>
              </a:lnSpc>
            </a:pPr>
            <a:r>
              <a:rPr lang="en-IN" sz="3600" dirty="0"/>
              <a:t>To improve automated pricing suggestions and increase platform trust</a:t>
            </a:r>
          </a:p>
          <a:p>
            <a:pPr algn="just">
              <a:lnSpc>
                <a:spcPct val="150000"/>
              </a:lnSpc>
            </a:pPr>
            <a:r>
              <a:rPr lang="en-IN" sz="3600" b="1" dirty="0"/>
              <a:t>Researchers students</a:t>
            </a:r>
          </a:p>
          <a:p>
            <a:pPr algn="just">
              <a:lnSpc>
                <a:spcPct val="150000"/>
              </a:lnSpc>
            </a:pPr>
            <a:r>
              <a:rPr lang="en-IN" sz="3600" dirty="0"/>
              <a:t>To study the impact of propitiators and reviews on rental pricing.</a:t>
            </a:r>
          </a:p>
          <a:p>
            <a:pPr algn="just">
              <a:lnSpc>
                <a:spcPct val="150000"/>
              </a:lnSpc>
            </a:pPr>
            <a:endParaRPr lang="en-IN" sz="3600"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 :core programming language</a:t>
            </a:r>
          </a:p>
          <a:p>
            <a:pPr lvl="1">
              <a:lnSpc>
                <a:spcPct val="150000"/>
              </a:lnSpc>
            </a:pPr>
            <a:r>
              <a:rPr lang="en-IN" dirty="0"/>
              <a:t>Pandas and NumPy : data cleaning and preprocessing</a:t>
            </a:r>
          </a:p>
          <a:p>
            <a:pPr lvl="1">
              <a:lnSpc>
                <a:spcPct val="150000"/>
              </a:lnSpc>
            </a:pPr>
            <a:r>
              <a:rPr lang="en-IN" dirty="0"/>
              <a:t>Scikit-learn :machine learning (model model)</a:t>
            </a:r>
          </a:p>
          <a:p>
            <a:pPr lvl="1">
              <a:lnSpc>
                <a:spcPct val="150000"/>
              </a:lnSpc>
            </a:pPr>
            <a:r>
              <a:rPr lang="en-IN" dirty="0"/>
              <a:t>Matplotlib/seaborn : data visualization nnd feature importance</a:t>
            </a:r>
          </a:p>
          <a:p>
            <a:pPr lvl="1">
              <a:lnSpc>
                <a:spcPct val="150000"/>
              </a:lnSpc>
            </a:pPr>
            <a:r>
              <a:rPr lang="en-IN" dirty="0"/>
              <a:t>Google colab : cloud based environment for running the project</a:t>
            </a:r>
          </a:p>
          <a:p>
            <a:pPr lvl="1">
              <a:lnSpc>
                <a:spcPct val="150000"/>
              </a:lnSpc>
            </a:pPr>
            <a:r>
              <a:rPr lang="en-IN" dirty="0"/>
              <a:t>File handling libraries ; openpyxl(for excel) and built-in csv handling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D01E0E5B-B976-A59D-87D5-BF37244129AF}"/>
              </a:ext>
            </a:extLst>
          </p:cNvPr>
          <p:cNvPicPr>
            <a:picLocks noChangeAspect="1"/>
          </p:cNvPicPr>
          <p:nvPr/>
        </p:nvPicPr>
        <p:blipFill rotWithShape="1">
          <a:blip r:embed="rId4"/>
          <a:srcRect l="8057" t="7042" r="8436" b="2767"/>
          <a:stretch/>
        </p:blipFill>
        <p:spPr>
          <a:xfrm>
            <a:off x="807164" y="1136441"/>
            <a:ext cx="6741716" cy="499499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4F0609D-325A-6CFC-7512-0C94EDABEB7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91963C39-9433-02BA-5A2B-62380BFD21C5}"/>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098D360F-2EBE-DFD0-9FDA-17DC7A95E7C7}"/>
              </a:ext>
            </a:extLst>
          </p:cNvPr>
          <p:cNvPicPr>
            <a:picLocks noChangeAspect="1"/>
          </p:cNvPicPr>
          <p:nvPr/>
        </p:nvPicPr>
        <p:blipFill rotWithShape="1">
          <a:blip r:embed="rId4"/>
          <a:srcRect l="4033" t="5501" r="10002" b="3182"/>
          <a:stretch/>
        </p:blipFill>
        <p:spPr>
          <a:xfrm>
            <a:off x="422959" y="1117599"/>
            <a:ext cx="6861761" cy="5273389"/>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C3286AD-B268-E75A-C390-BA89A4EE730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73197681-B678-9B9E-49BC-17CD8B73544D}"/>
              </a:ext>
            </a:extLst>
          </p:cNvPr>
          <p:cNvPicPr>
            <a:picLocks noChangeAspect="1"/>
          </p:cNvPicPr>
          <p:nvPr/>
        </p:nvPicPr>
        <p:blipFill>
          <a:blip r:embed="rId4"/>
          <a:stretch>
            <a:fillRect/>
          </a:stretch>
        </p:blipFill>
        <p:spPr>
          <a:xfrm>
            <a:off x="675956" y="1275370"/>
            <a:ext cx="7523163" cy="5397825"/>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E6ED231-AB91-2C33-0439-AEAC41FE728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908764" y="2562461"/>
            <a:ext cx="9251236" cy="2553970"/>
          </a:xfrm>
        </p:spPr>
        <p:txBody>
          <a:bodyPr vert="horz" lIns="91440" tIns="45720" rIns="91440" bIns="45720" rtlCol="0" anchor="t">
            <a:normAutofit/>
          </a:bodyPr>
          <a:lstStyle/>
          <a:p>
            <a:pPr marL="0" indent="0">
              <a:buNone/>
            </a:pPr>
            <a:r>
              <a:rPr lang="en-US" dirty="0"/>
              <a:t>https://github.com/KhushiB03/VOIS_AICTE_Oct2025_KhushiBhardwaj</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50EE7AA-1212-AB17-39B9-FE5B53D2EE9C}"/>
              </a:ext>
            </a:extLst>
          </p:cNvPr>
          <p:cNvPicPr>
            <a:picLocks noChangeAspect="1"/>
          </p:cNvPicPr>
          <p:nvPr/>
        </p:nvPicPr>
        <p:blipFill>
          <a:blip r:embed="rId3"/>
          <a:stretch>
            <a:fillRect/>
          </a:stretch>
        </p:blipFill>
        <p:spPr>
          <a:xfrm>
            <a:off x="676849" y="1163509"/>
            <a:ext cx="7850609" cy="5516897"/>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6138F50-7C26-ECF9-99B3-B1EEA910AD9B}"/>
              </a:ext>
            </a:extLst>
          </p:cNvPr>
          <p:cNvPicPr>
            <a:picLocks noChangeAspect="1"/>
          </p:cNvPicPr>
          <p:nvPr/>
        </p:nvPicPr>
        <p:blipFill>
          <a:blip r:embed="rId3"/>
          <a:stretch>
            <a:fillRect/>
          </a:stretch>
        </p:blipFill>
        <p:spPr>
          <a:xfrm>
            <a:off x="466926" y="1144458"/>
            <a:ext cx="7803314" cy="5518058"/>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613</TotalTime>
  <Words>379</Words>
  <Application>Microsoft Office PowerPoint</Application>
  <PresentationFormat>Widescreen</PresentationFormat>
  <Paragraphs>37</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Project Title –:Analysing Airbnb Listing Prices and accomodations</vt:lpstr>
      <vt:lpstr>PROBLEM  STATEMENT</vt:lpstr>
      <vt:lpstr>Project Description  the project focuses on building a machine learning model to predict the price of Airbnb listings. Pricing an Airbnb property correctly is crucial for hosts and travellers :hosts want to maximise earnings and occupancy.  Using historical Airbnb data, the project develops a regression model that Airbnb between listing attributes(such as number of hosts want guest ratings) and the price charged.  The model can then be used to predict prices for new are hypothetical listings, helping property owners make informed pricing decisions.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KHUSHI BHARDWAJ</cp:lastModifiedBy>
  <cp:revision>109</cp:revision>
  <dcterms:created xsi:type="dcterms:W3CDTF">2021-07-11T13:13:15Z</dcterms:created>
  <dcterms:modified xsi:type="dcterms:W3CDTF">2025-10-01T12:24:27Z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